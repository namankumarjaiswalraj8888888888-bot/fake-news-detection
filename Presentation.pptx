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Fake Precision</c:v>
                  </c:pt>
                  <c:pt idx="1">
                    <c:v>Fake Recall</c:v>
                  </c:pt>
                  <c:pt idx="2">
                    <c:v>Real Precision</c:v>
                  </c:pt>
                  <c:pt idx="3">
                    <c:v>Real Recall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</c:v>
                </c:pt>
                <c:pt idx="1">
                  <c:v>98</c:v>
                </c:pt>
                <c:pt idx="2">
                  <c:v>98</c:v>
                </c:pt>
                <c:pt idx="3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 name, technologies used, and the internship context. Mention that this is a live deployed web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fake news detection is important. Use real statistics — the MIT study on social media spread is a great talking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step by step. This is the core of your technical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technology. Focus on WHY you chose it, not just what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TF-IDF is the heart of the feature extraction. Explain why bigrams (two-word phrases) are especially useful for detecting fake news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your algorithm choice. Even though deep learning has higher accuracy, Logistic Regression is a smart choice for an internship project: simple, fast, interpretable.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and demonstrate the UI. Walk through typing news text, clicking Analyze, and showing the colored result with confidence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these metrics are measured on an unseen test set (20% of the data). Mention that with the WELFake real dataset, accuracy is typically 96-98%.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even without the real dataset, the project auto-generates a synthetic dataset for demonstration. For real results, WELFake on Kaggle is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deployment step. Emphasize that the deployed app is permanently accessible — anyone can use it from their phone without installing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project structure. Explain that each file has a single responsibility — this is good software design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you built, learned, and what's next. End with enthusiasm about the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🔍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Internship 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Gradio  ·  Hugging Face Spaces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84048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6366F1">
              <a:alpha val="7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384048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384048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384048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 Accuracy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articles published daily — impossible to fact-check manually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97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1097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spreads 6× faster than real news on social media (MIT Study)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elections, public health decisions, and social trust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correctly identify fake news only ~70% of the time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web application that detects fake news using Machine Learning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508760" cy="2560320"/>
          </a:xfrm>
          <a:prstGeom prst="roundRect">
            <a:avLst>
              <a:gd name="adj" fmla="val 7273"/>
            </a:avLst>
          </a:prstGeom>
          <a:solidFill>
            <a:srgbClr val="6366F1">
              <a:alpha val="12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691640"/>
            <a:ext cx="640080" cy="6400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55648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93392" y="1600200"/>
            <a:ext cx="1508760" cy="2560320"/>
          </a:xfrm>
          <a:prstGeom prst="roundRect">
            <a:avLst>
              <a:gd name="adj" fmla="val 7273"/>
            </a:avLst>
          </a:prstGeom>
          <a:solidFill>
            <a:srgbClr val="0284C7">
              <a:alpha val="12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69164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93392" y="2423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93392" y="2834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normalize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12464" y="1600200"/>
            <a:ext cx="1508760" cy="2560320"/>
          </a:xfrm>
          <a:prstGeom prst="roundRect">
            <a:avLst>
              <a:gd name="adj" fmla="val 7273"/>
            </a:avLst>
          </a:prstGeom>
          <a:solidFill>
            <a:srgbClr val="8B5CF6">
              <a:alpha val="12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42232" y="169164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42232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12464" y="2423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12464" y="2834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93792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31536" y="1600200"/>
            <a:ext cx="1508760" cy="2560320"/>
          </a:xfrm>
          <a:prstGeom prst="roundRect">
            <a:avLst>
              <a:gd name="adj" fmla="val 7273"/>
            </a:avLst>
          </a:prstGeom>
          <a:solidFill>
            <a:srgbClr val="0891B2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61304" y="169164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6130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31536" y="2423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31536" y="2834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12864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50608" y="1600200"/>
            <a:ext cx="1508760" cy="2560320"/>
          </a:xfrm>
          <a:prstGeom prst="roundRect">
            <a:avLst>
              <a:gd name="adj" fmla="val 7273"/>
            </a:avLst>
          </a:prstGeom>
          <a:solidFill>
            <a:srgbClr val="22C55E">
              <a:alpha val="12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0376" y="1691640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0376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50608" y="2423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50608" y="2834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Fake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20700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0515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35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51560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learn, rich ecosystem for AI/ML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18888" y="120700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10515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435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library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0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 + Logistic Regression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5328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🐼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2377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7614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" y="3017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and process the dataset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18888" y="25328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2377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4.16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7614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framework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0" y="3017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beautiful ML apps without HTML/CSS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" y="385876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🤗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560" y="3703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0873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51560" y="4343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hosting with HTTPS URL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18888" y="385876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86400" y="3703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40873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0" y="4343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load trained model files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TF-IDF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0" y="960120"/>
            <a:ext cx="5486400" cy="68580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9601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TF-IDF(t, d)  =  TF(t, d)  ×  IDF(t)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0284C7">
              <a:alpha val="1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20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— Term Frequency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2331720" cy="27432"/>
          </a:xfrm>
          <a:prstGeom prst="rect">
            <a:avLst/>
          </a:prstGeom>
          <a:solidFill>
            <a:srgbClr val="0284C7">
              <a:alpha val="50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5420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 word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0449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THIS article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54787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more relevant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8B5CF6">
              <a:alpha val="1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920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— Inverse Doc Freq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2450592"/>
            <a:ext cx="2331720" cy="27432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5420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words that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30449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 in EVERY article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354787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(like 'the', 'is', 'a')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059669">
              <a:alpha val="10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920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450592"/>
            <a:ext cx="2331720" cy="27432"/>
          </a:xfrm>
          <a:prstGeom prst="rect">
            <a:avLst/>
          </a:prstGeom>
          <a:solidFill>
            <a:srgbClr val="059669">
              <a:alpha val="5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5420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= word 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30449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to this article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354787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RARE across all articles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ngram_range=(1,2) captures both single words AND two-word phrases → detects 'mainstream media', 'share before deleted'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Classifier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480560" cy="384048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Logistic Regression?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Binary classification algorithm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the sigmoid function to output probability between 0 and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 &gt; 0.5 → Real News, P ≤ 0.5 → Fake News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08152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training &amp; inference (milliseconds)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58444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Interpretable — can see word weights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8736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C=5.0 parameter controls regularization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960120"/>
            <a:ext cx="3840480" cy="384048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051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other algorithms?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66360" y="1920240"/>
            <a:ext cx="3474720" cy="18288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1920240"/>
            <a:ext cx="3335731" cy="18288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874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2249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66360" y="2542032"/>
            <a:ext cx="3474720" cy="18288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2542032"/>
            <a:ext cx="3231490" cy="182880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4963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66360" y="2871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66360" y="3163824"/>
            <a:ext cx="3474720" cy="18288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3163824"/>
            <a:ext cx="3266237" cy="18288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3118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6636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66360" y="3785616"/>
            <a:ext cx="3474720" cy="18288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3785616"/>
            <a:ext cx="3057754" cy="182880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3739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6636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66360" y="4407408"/>
            <a:ext cx="3474720" cy="18288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4407408"/>
            <a:ext cx="3405226" cy="18288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43616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66360" y="4572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Logistic Regression chosen: fastest training, interpretable, no extra dependencies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Application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Hugging Face Spaces — accessible anywhere, no install needed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Beautiful responsive UI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167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News text input area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8254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One-click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🚨  Color-coded Real/Fake result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Confidence percentage bar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0" y="2167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3 sample news examples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28254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Reset button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0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friendly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0" y="228600"/>
            <a:ext cx="3566160" cy="4663440"/>
          </a:xfrm>
          <a:prstGeom prst="roundRect">
            <a:avLst>
              <a:gd name="adj" fmla="val 4103"/>
            </a:avLst>
          </a:prstGeom>
          <a:solidFill>
            <a:srgbClr val="1E1B4B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254000" dist="50800" dir="2700000">
              <a:srgbClr val="6366f1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0680" y="347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Fake News Detector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86868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2D2B5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9601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confirmed today that the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 raised interest rates...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2377440"/>
            <a:ext cx="3200400" cy="438912"/>
          </a:xfrm>
          <a:prstGeom prst="roundRect">
            <a:avLst>
              <a:gd name="adj" fmla="val 2083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3774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Analyze News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297180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4532D">
              <a:alpha val="8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30449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 NEWS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23560" y="3566160"/>
            <a:ext cx="2926080" cy="164592"/>
          </a:xfrm>
          <a:prstGeom prst="roundRect">
            <a:avLst>
              <a:gd name="adj" fmla="val 33333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3566160"/>
            <a:ext cx="2514600" cy="164592"/>
          </a:xfrm>
          <a:prstGeom prst="roundRect">
            <a:avLst>
              <a:gd name="adj" fmla="val 3333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91.3%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1508760"/>
          </a:xfrm>
          <a:prstGeom prst="roundRect">
            <a:avLst>
              <a:gd name="adj" fmla="val 8485"/>
            </a:avLst>
          </a:prstGeom>
          <a:solidFill>
            <a:srgbClr val="6366F1">
              <a:alpha val="10000"/>
            </a:srgbClr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241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508760"/>
          </a:xfrm>
          <a:prstGeom prst="roundRect">
            <a:avLst>
              <a:gd name="adj" fmla="val 8485"/>
            </a:avLst>
          </a:prstGeom>
          <a:solidFill>
            <a:srgbClr val="8B5CF6">
              <a:alpha val="10000"/>
            </a:srgbClr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241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20240" cy="1508760"/>
          </a:xfrm>
          <a:prstGeom prst="roundRect">
            <a:avLst>
              <a:gd name="adj" fmla="val 8485"/>
            </a:avLst>
          </a:prstGeom>
          <a:solidFill>
            <a:srgbClr val="0284C7">
              <a:alpha val="10000"/>
            </a:srgbClr>
          </a:solidFill>
          <a:ln w="1905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241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20240" cy="1508760"/>
          </a:xfrm>
          <a:prstGeom prst="roundRect">
            <a:avLst>
              <a:gd name="adj" fmla="val 8485"/>
            </a:avLst>
          </a:prstGeom>
          <a:solidFill>
            <a:srgbClr val="059669">
              <a:alpha val="10000"/>
            </a:srgbClr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241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651760"/>
          <a:ext cx="85953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Training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384048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WELFake 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Source: Kaggle (Free to download)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Total: ~72,000 news articles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Fake: 35,028 articles (label=0)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Real: 37,106 articles (label=1)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Language: English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9136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Combines 4 public datasets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Format: CSV with text + label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Training Process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6276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CSV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12280" y="16276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pandas.read_csv()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0848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 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20848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clean_text() in utils.py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5420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80/20 Split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25420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train_test_split(stratify=y)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9992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TF-IDF Fit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29992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vectorizer.fit_transform(X_train)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4564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Train LR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34564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model.fit(X_train_vec, y_train)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39136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Evaluate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39136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accuracy, precision, recall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43708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Save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43708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pickle.dump() → model.pkl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 Hugging Face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Locally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441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python train_model.py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77840" y="1051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model.pkl + vectorizer.pkl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" y="1600200"/>
            <a:ext cx="0" cy="20116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Space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1671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huggingface.co → New Space → Gradio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77840" y="18745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cloud hosting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" y="2423160"/>
            <a:ext cx="0" cy="20116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432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900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app.py, utils.py, model.pkl, vectorizer.pkl, requirements.txt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2697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files total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" y="3246120"/>
            <a:ext cx="0" cy="20116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661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Deploy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81304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HF installs packages automatically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7784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setup needed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" y="4069080"/>
            <a:ext cx="0" cy="20116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3891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URL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6360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huggingface.co/spaces/USERNAME/SPACENAME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4343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HTTPS URL, works on mobile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Fake-News-Detection/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├── app.py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├── train_model.py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├── utils.py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├── model.pkl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8529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├── vectorizer.pkl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├── requirements.txt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547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├── dataset.csv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8953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├── README.md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2428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└── VIVA_QA.md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app.py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46520" y="10332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UI + prediction function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581912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6276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train_model.py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6520" y="16550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 training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203704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494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utils.py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22768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&amp; helper functions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825496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8712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model.pkl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2898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trained model (binary)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447288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4930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vectorizer.pkl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35204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TF-IDF vectorizer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4069080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114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requirements.txt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4142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dependencies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07899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a complete end-to-end AI 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Achieved ~97% accuracy on real-world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02996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Deployed as a live public web application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505456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Professional GitHub-ready codebase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98094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Mobile-friendly responsive 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BERT/RoBERTa transformers  ·  Multilingual support  ·  Real-time news feed  ·  Source credibility checking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System</dc:title>
  <dc:subject>PptxGenJS Presentation</dc:subject>
  <dc:creator>PptxGenJS</dc:creator>
  <cp:lastModifiedBy>PptxGenJS</cp:lastModifiedBy>
  <cp:revision>1</cp:revision>
  <dcterms:created xsi:type="dcterms:W3CDTF">2026-06-26T05:16:21Z</dcterms:created>
  <dcterms:modified xsi:type="dcterms:W3CDTF">2026-06-26T05:16:21Z</dcterms:modified>
</cp:coreProperties>
</file>